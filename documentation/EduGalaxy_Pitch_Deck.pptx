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EduGalaxy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Where Learning Becomes Legend</a:t>
            </a:r>
          </a:p>
          <a:p>
            <a:r>
              <a:t>An Immersive 3D Educational Simulator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Traditional Learning Lacks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Attention spans are dropping faster than ever.</a:t>
            </a:r>
          </a:p>
          <a:p>
            <a:pPr/>
            <a:r>
              <a:t>Standard syllabuses (CBSE/ICSE) are presented in dry, uninspiring formats.</a:t>
            </a:r>
          </a:p>
          <a:p>
            <a:pPr/>
            <a:r>
              <a:t>Students feel no sense of true progression or epic purpose in their daily homework.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EduGalaxy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Cinematic Planetary Defense Simulator</a:t>
            </a:r>
          </a:p>
          <a:p>
            <a:pPr lvl="1"/>
            <a:r>
              <a:t>Students become 'Protagonist Heroes' defending the galaxy from an alien invasion.</a:t>
            </a:r>
          </a:p>
          <a:p>
            <a:pPr lvl="1"/>
            <a:r>
              <a:t>Completing the learning syllabus (Math, Science, English) powers the planetary shields.</a:t>
            </a:r>
          </a:p>
          <a:p>
            <a:pPr lvl="1"/>
            <a:r>
              <a:t>Includes interactive quizzes, puzzles, and 3D exploration labs.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Pushing the Web Beyond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WebGL and Three.js</a:t>
            </a:r>
          </a:p>
          <a:p>
            <a:pPr lvl="1"/>
            <a:r>
              <a:t>Massive interactive Star Wars-style galaxy with stunning 4K-style UI graphics.</a:t>
            </a:r>
          </a:p>
          <a:p>
            <a:pPr lvl="1"/>
            <a:r>
              <a:t>Features deep Z-axis scrolling, extreme mouse parallax, and massive glowing asteroids.</a:t>
            </a:r>
          </a:p>
          <a:p>
            <a:pPr lvl="1"/>
            <a:r>
              <a:t>Procedural generative audio engine (Tone.js) for evolving ambient music and laser SFX.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Tracking Legendary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XP Tracking and Tier Leveling</a:t>
            </a:r>
          </a:p>
          <a:p>
            <a:pPr lvl="1"/>
            <a:r>
              <a:t>Session XP tracker bar with confetti celebrations for reaching daily goals.</a:t>
            </a:r>
          </a:p>
          <a:p>
            <a:pPr lvl="1"/>
            <a:r>
              <a:t>Achievement Rack with unlockable colorful SVG badges ('Star Cadet', 'Math Whiz').</a:t>
            </a:r>
          </a:p>
          <a:p>
            <a:pPr lvl="1"/>
            <a:r>
              <a:t>Global competitive leaderboard filtered by Class (1-5).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for Speed and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 &amp; Flask for lightweight, lightning-fast API routing.</a:t>
            </a:r>
          </a:p>
          <a:p>
            <a:pPr/>
            <a:r>
              <a:t>Frontend: Vanilla JS &amp; CSS3 with Glassmorphism UI (Zero heavy UI frameworks for max performance).</a:t>
            </a:r>
          </a:p>
          <a:p>
            <a:pPr/>
            <a:r>
              <a:t>3D &amp; Audio: Three.js for heavy WebGL rendering and Tone.js for sound synthesis.</a:t>
            </a:r>
          </a:p>
          <a:p>
            <a:pPr/>
            <a:r>
              <a:t>Infrastructure: Fully offline-capable Progressive Web App (PWA) with a custom Service Worker.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Let's Save the Galaxy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Ready for a Live Demo?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